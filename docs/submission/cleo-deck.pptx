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93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2416" y="502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256032" cy="41148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93392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Cleo — the autonomous</a:t>
            </a:r>
            <a:endParaRPr lang="en-US" sz="30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product-feedback operator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Declarative intent, not static code.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8046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0416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on </a:t>
            </a:r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ADK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every connector speaks </a:t>
            </a:r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gemini-3.5-flash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0" y="4846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09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0916"/>
            <a:ext cx="256032" cy="41148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36576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THE 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 is everywhere. Insight is nowhere.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8046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2763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Scattered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across chats, tickets, sales calls, and docs.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340864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Hand-read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founders and PMs read, tag, and guess.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05409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Hidden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urgent issues sit unseen for days.</a:t>
            </a:r>
            <a:endParaRPr lang="en-US" sz="1250" dirty="0"/>
          </a:p>
        </p:txBody>
      </p:sp>
      <p:pic>
        <p:nvPicPr>
          <p:cNvPr id="9" name="Image 0" descr="C:/Users/gamin/OneDrive/Documents/cleo-hack/docs/assets/screenshots/cleo-in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572768"/>
            <a:ext cx="3931920" cy="221170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663440" y="1572768"/>
            <a:ext cx="3931920" cy="221170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3857625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raw inbox — 5 sources, untriaged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48640" y="42245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~90</a:t>
            </a:r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raw signals/week</a:t>
            </a:r>
            <a:pPr algn="l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pPr algn="l" indent="0" marL="0">
              <a:buNone/>
            </a:pPr>
            <a:r>
              <a:rPr lang="en-US" sz="1400" b="1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sources</a:t>
            </a:r>
            <a:pPr algn="l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pPr algn="l" indent="0" marL="0">
              <a:buNone/>
            </a:pPr>
            <a:r>
              <a:rPr lang="en-US" sz="1400" b="1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read end-to-end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48463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Cleo · Google Agent Hackathon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7498080" y="4846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09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0916"/>
            <a:ext cx="256032" cy="41148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36576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WHAT CLEO DOES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directive in. Accountable action out.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8046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72768"/>
            <a:ext cx="12618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6420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86537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Directive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12140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standing intent, not a script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05610" y="1572768"/>
            <a:ext cx="12618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05610" y="166420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05610" y="186537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Gather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905610" y="212140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connectors, in parallel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62579" y="1572768"/>
            <a:ext cx="12618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2579" y="166420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62579" y="186537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Synthesize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62579" y="212140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themes · urgency · contradictions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19549" y="1572768"/>
            <a:ext cx="12618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9549" y="166420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19549" y="186537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19549" y="212140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evidence-backed, typed output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976518" y="1572768"/>
            <a:ext cx="12618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76518" y="166420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976518" y="186537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76518" y="212140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issues · weekly brief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33488" y="1572768"/>
            <a:ext cx="12618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33488" y="166420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33488" y="186537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Ledger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33488" y="212140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action audited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48640" y="3246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Autonomy with accountability</a:t>
            </a:r>
            <a:pPr algn="l" indent="0" marL="0">
              <a:buNone/>
            </a:pPr>
            <a:r>
              <a:rPr lang="en-US" sz="1700" b="1" dirty="0">
                <a:solidFill>
                  <a:srgbClr val="1F6F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48640" y="3703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guardrail callback gates every external write; the ledger keeps the receipts.</a:t>
            </a:r>
            <a:endParaRPr lang="en-US" sz="1100" dirty="0"/>
          </a:p>
        </p:txBody>
      </p:sp>
      <p:pic>
        <p:nvPicPr>
          <p:cNvPr id="32" name="Image 0" descr="C:/Users/gamin/OneDrive/Documents/cleo-hack/docs/assets/screenshots/cleo-directi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2578608"/>
            <a:ext cx="3383280" cy="1903095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5212080" y="2578608"/>
            <a:ext cx="3383280" cy="190309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212080" y="4545711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Standing directives — declarative intent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48640" y="48463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Cleo · Google Agent Hackathon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7498080" y="4846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09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0916"/>
            <a:ext cx="256032" cy="41148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36576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ADK engine that touches the world only through MCP.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8046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6" name="Image 0" descr="C:/Users/gamin/OneDrive/Documents/cleo-hack/docs/assets/architecture-si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444752"/>
            <a:ext cx="6400800" cy="23896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71600" y="1444752"/>
            <a:ext cx="6400800" cy="238963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4090416"/>
            <a:ext cx="2407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181856"/>
            <a:ext cx="240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ADK engine orchestrates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4437888"/>
            <a:ext cx="240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Sequential triage pipeline, parallel ingest, bounded watch loop, coder handoff.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68040" y="4090416"/>
            <a:ext cx="2407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68040" y="4181856"/>
            <a:ext cx="240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is the only world access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368040" y="4437888"/>
            <a:ext cx="240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 store, GitHub, filesystem — each behind narrow tool allow-lists.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87440" y="4090416"/>
            <a:ext cx="2407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87440" y="4181856"/>
            <a:ext cx="240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engine, every surface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87440" y="4437888"/>
            <a:ext cx="240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runner serves the Web UI, the cleo CLI, and any MCP client.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48640" y="48463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Cleo · Google Agent Hackathon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7498080" y="4846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09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0916"/>
            <a:ext cx="256032" cy="41148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36576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BUILT ON ADK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core concepts, not just the import.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8046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17904"/>
            <a:ext cx="315468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LlmAgent · gemini-3.5-flash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86200" y="1517904"/>
            <a:ext cx="47091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reasoning unit, operator through coder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961388"/>
            <a:ext cx="8046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61388"/>
            <a:ext cx="315468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Sequential · Parallel · Loop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86200" y="1961388"/>
            <a:ext cx="47091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staged pipeline · concurrent ingest · bounded autonomy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404872"/>
            <a:ext cx="8046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04872"/>
            <a:ext cx="315468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output_schema (Pydantic)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86200" y="2404872"/>
            <a:ext cx="47091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bets as typed JSON, not prose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848356"/>
            <a:ext cx="8046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48356"/>
            <a:ext cx="315468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callbacks as guardrails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86200" y="2848356"/>
            <a:ext cx="47091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action_guard gates writes; every run lands in the ledger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8046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91840"/>
            <a:ext cx="315468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sub-agent transfer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86200" y="3291840"/>
            <a:ext cx="47091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operator hands work to a sandboxed coder agent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735324"/>
            <a:ext cx="8046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35324"/>
            <a:ext cx="315468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McpToolset · stdio + HTTP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86200" y="3735324"/>
            <a:ext cx="47091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only world access — store, GitHub, filesystem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178808"/>
            <a:ext cx="8046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178808"/>
            <a:ext cx="315468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 + get_fast_api_app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86200" y="4178808"/>
            <a:ext cx="47091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engine behind the UI, the CLI, and the API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8463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Cleo · Google Agent Hackathon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498080" y="4846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09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0916"/>
            <a:ext cx="256032" cy="41148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36576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TWO CLOSED LOOPS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learns, and it ships.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8046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691640"/>
            <a:ext cx="0" cy="265176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01 — SKILLS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99339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writes its own runbooks.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consult versioned skills before multi-step work — and after succeeding at uncovered work, write a new one via </a:t>
            </a:r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save_skill</a:t>
            </a:r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Intelligence compounds across runs.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983480" y="169164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02 — THE FIX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983480" y="199339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fixes the code it hears about.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256032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 → bet → handoff → a coder subagent with its own context and sandboxed tools fixes real code, proven </a:t>
            </a:r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 → green</a:t>
            </a:r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by the target repo's test suite. Ledgered as </a:t>
            </a:r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code_fix</a:t>
            </a:r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Cleo · Google Agent Hackathon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498080" y="4846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09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0916"/>
            <a:ext cx="256032" cy="41148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36576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LIVE OUTPUT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screenshots — the agent's work, not a mock.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8046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6" name="Image 0" descr="C:/Users/gamin/OneDrive/Documents/cleo-hack/docs/assets/screenshots/cleo-the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5349240" cy="30089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481328"/>
            <a:ext cx="5349240" cy="3008948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572571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Agent-synthesized themes from ~90 multi-source items — urgency flagged by the agent</a:t>
            </a:r>
            <a:endParaRPr lang="en-US" sz="850" dirty="0"/>
          </a:p>
        </p:txBody>
      </p:sp>
      <p:pic>
        <p:nvPicPr>
          <p:cNvPr id="9" name="Image 1" descr="C:/Users/gamin/OneDrive/Documents/cleo-hack/docs/assets/screenshots/cleo-ag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81328"/>
            <a:ext cx="2377440" cy="133731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217920" y="1481328"/>
            <a:ext cx="2377440" cy="13373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217920" y="290093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trace view — runs streamed over SSE · 5 skills available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6217920" y="34564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6217920" y="38404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themes from one live run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217920" y="4114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6217920" y="44988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signals behind the urgent checkout theme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48640" y="48463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Cleo · Google Agent Hackathon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7498080" y="4846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09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0916"/>
            <a:ext cx="256032" cy="41148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36576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ADOPT IT TODAY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wired to demo data — sources are configuration.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8046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27632"/>
            <a:ext cx="2514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556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cleo.config.json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it at your repo and your docs — transcripts, support exports, notes.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4700" y="1627632"/>
            <a:ext cx="2514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4700" y="17556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cleo CLI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4700" y="2084832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 · triage · status · skills — every command takes --json for scripts and agents.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627632"/>
            <a:ext cx="2514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7556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 MCP server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80760" y="2084832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stdio + HTTP. Operate Cleo from Claude Code, Cursor, or Gemini CLI. Ships AGENTS.md + llms.txt.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675888"/>
            <a:ext cx="8046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89534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151</a:t>
            </a:r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automated tests</a:t>
            </a:r>
            <a:pPr algn="l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 docs</a:t>
            </a:r>
            <a:pPr algn="l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pPr algn="l" indent="0" marL="0">
              <a:buNone/>
            </a:pPr>
            <a:r>
              <a:rPr lang="en-US" sz="1400" b="1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-minute setup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8463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Cleo · Google Agent Hackathon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498080" y="4846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09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2416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443984" y="932688"/>
            <a:ext cx="256032" cy="41148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15568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a Tuesday-night complaint to a test-proven fix —</a:t>
            </a:r>
            <a:endParaRPr lang="en-US" sz="21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directive, full audit trail.</a:t>
            </a:r>
            <a:endParaRPr lang="en-US" sz="2100" dirty="0"/>
          </a:p>
        </p:txBody>
      </p:sp>
      <p:pic>
        <p:nvPicPr>
          <p:cNvPr id="7" name="Image 0" descr="C:/Users/gamin/OneDrive/Documents/cleo-hack/docs/assets/screenshots/cleo-bri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2103120"/>
            <a:ext cx="4297680" cy="241744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423160" y="2103120"/>
            <a:ext cx="4297680" cy="241744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23160" y="4584573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weekly brief writes itself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31520" y="48280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github.com/ychampion/cleo-hack</a:t>
            </a:r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3-minute demo: docs/DEMO.md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Cleo — the autonomous product-feedback operator</dc:title>
  <dc:subject>PptxGenJS Presentation</dc:subject>
  <dc:creator>Cleo</dc:creator>
  <cp:lastModifiedBy>Cleo</cp:lastModifiedBy>
  <cp:revision>1</cp:revision>
  <dcterms:created xsi:type="dcterms:W3CDTF">2026-06-11T23:03:05Z</dcterms:created>
  <dcterms:modified xsi:type="dcterms:W3CDTF">2026-06-11T23:03:05Z</dcterms:modified>
</cp:coreProperties>
</file>